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7"/>
  </p:notesMasterIdLst>
  <p:sldIdLst>
    <p:sldId id="265" r:id="rId2"/>
    <p:sldId id="256" r:id="rId3"/>
    <p:sldId id="257" r:id="rId4"/>
    <p:sldId id="258" r:id="rId5"/>
    <p:sldId id="259" r:id="rId6"/>
    <p:sldId id="266" r:id="rId7"/>
    <p:sldId id="267" r:id="rId8"/>
    <p:sldId id="260" r:id="rId9"/>
    <p:sldId id="261" r:id="rId10"/>
    <p:sldId id="268" r:id="rId11"/>
    <p:sldId id="269" r:id="rId12"/>
    <p:sldId id="270" r:id="rId13"/>
    <p:sldId id="263" r:id="rId14"/>
    <p:sldId id="262" r:id="rId15"/>
    <p:sldId id="26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6F7D6B-AA09-4C40-960A-6C2A6587D41F}" v="7" dt="2026-06-11T10:43:17.8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il Kafley [suk0424]" userId="d7df2181-2db0-430b-b3bd-6796bcfeb2bb" providerId="ADAL" clId="{D0AFC632-AEA1-445C-B02A-46FDABDC97DF}"/>
    <pc:docChg chg="undo custSel addSld delSld modSld sldOrd">
      <pc:chgData name="Sunil Kafley [suk0424]" userId="d7df2181-2db0-430b-b3bd-6796bcfeb2bb" providerId="ADAL" clId="{D0AFC632-AEA1-445C-B02A-46FDABDC97DF}" dt="2026-06-11T10:50:57.665" v="5054" actId="21"/>
      <pc:docMkLst>
        <pc:docMk/>
      </pc:docMkLst>
      <pc:sldChg chg="addSp delSp modSp new mod">
        <pc:chgData name="Sunil Kafley [suk0424]" userId="d7df2181-2db0-430b-b3bd-6796bcfeb2bb" providerId="ADAL" clId="{D0AFC632-AEA1-445C-B02A-46FDABDC97DF}" dt="2026-06-11T10:50:57.665" v="5054" actId="21"/>
        <pc:sldMkLst>
          <pc:docMk/>
          <pc:sldMk cId="1908163862" sldId="256"/>
        </pc:sldMkLst>
        <pc:spChg chg="mod">
          <ac:chgData name="Sunil Kafley [suk0424]" userId="d7df2181-2db0-430b-b3bd-6796bcfeb2bb" providerId="ADAL" clId="{D0AFC632-AEA1-445C-B02A-46FDABDC97DF}" dt="2026-06-11T10:41:27.795" v="4939" actId="20577"/>
          <ac:spMkLst>
            <pc:docMk/>
            <pc:sldMk cId="1908163862" sldId="256"/>
            <ac:spMk id="2" creationId="{6970E2BD-4A1A-F0D9-8F72-7152129AAC34}"/>
          </ac:spMkLst>
        </pc:spChg>
        <pc:spChg chg="mod">
          <ac:chgData name="Sunil Kafley [suk0424]" userId="d7df2181-2db0-430b-b3bd-6796bcfeb2bb" providerId="ADAL" clId="{D0AFC632-AEA1-445C-B02A-46FDABDC97DF}" dt="2026-06-07T18:57:42.431" v="2472" actId="1076"/>
          <ac:spMkLst>
            <pc:docMk/>
            <pc:sldMk cId="1908163862" sldId="256"/>
            <ac:spMk id="3" creationId="{FACBB5B5-ADF7-919B-673C-9187D9E34972}"/>
          </ac:spMkLst>
        </pc:spChg>
        <pc:spChg chg="add del mod">
          <ac:chgData name="Sunil Kafley [suk0424]" userId="d7df2181-2db0-430b-b3bd-6796bcfeb2bb" providerId="ADAL" clId="{D0AFC632-AEA1-445C-B02A-46FDABDC97DF}" dt="2026-06-07T19:01:27.036" v="2727" actId="1076"/>
          <ac:spMkLst>
            <pc:docMk/>
            <pc:sldMk cId="1908163862" sldId="256"/>
            <ac:spMk id="5" creationId="{D1CA5915-3CE8-C710-8996-9AA419494983}"/>
          </ac:spMkLst>
        </pc:spChg>
        <pc:spChg chg="add del mod">
          <ac:chgData name="Sunil Kafley [suk0424]" userId="d7df2181-2db0-430b-b3bd-6796bcfeb2bb" providerId="ADAL" clId="{D0AFC632-AEA1-445C-B02A-46FDABDC97DF}" dt="2026-06-11T10:50:57.665" v="5054" actId="21"/>
          <ac:spMkLst>
            <pc:docMk/>
            <pc:sldMk cId="1908163862" sldId="256"/>
            <ac:spMk id="9" creationId="{A035BB46-878C-F9FC-F517-7D4FCEB2D4E8}"/>
          </ac:spMkLst>
        </pc:spChg>
        <pc:picChg chg="add del mod">
          <ac:chgData name="Sunil Kafley [suk0424]" userId="d7df2181-2db0-430b-b3bd-6796bcfeb2bb" providerId="ADAL" clId="{D0AFC632-AEA1-445C-B02A-46FDABDC97DF}" dt="2026-06-11T10:41:32.910" v="4940" actId="21"/>
          <ac:picMkLst>
            <pc:docMk/>
            <pc:sldMk cId="1908163862" sldId="256"/>
            <ac:picMk id="6" creationId="{F1B260AB-CCF9-FCFE-019C-27BD11C031CC}"/>
          </ac:picMkLst>
        </pc:picChg>
        <pc:picChg chg="add del mod">
          <ac:chgData name="Sunil Kafley [suk0424]" userId="d7df2181-2db0-430b-b3bd-6796bcfeb2bb" providerId="ADAL" clId="{D0AFC632-AEA1-445C-B02A-46FDABDC97DF}" dt="2026-06-11T10:40:50.399" v="4913" actId="478"/>
          <ac:picMkLst>
            <pc:docMk/>
            <pc:sldMk cId="1908163862" sldId="256"/>
            <ac:picMk id="7" creationId="{AE06AFC5-57AC-F31D-DA58-CD4205045C98}"/>
          </ac:picMkLst>
        </pc:picChg>
      </pc:sldChg>
      <pc:sldChg chg="modSp new mod">
        <pc:chgData name="Sunil Kafley [suk0424]" userId="d7df2181-2db0-430b-b3bd-6796bcfeb2bb" providerId="ADAL" clId="{D0AFC632-AEA1-445C-B02A-46FDABDC97DF}" dt="2026-06-11T10:42:48.813" v="4955" actId="27636"/>
        <pc:sldMkLst>
          <pc:docMk/>
          <pc:sldMk cId="4227312619" sldId="257"/>
        </pc:sldMkLst>
        <pc:spChg chg="mod">
          <ac:chgData name="Sunil Kafley [suk0424]" userId="d7df2181-2db0-430b-b3bd-6796bcfeb2bb" providerId="ADAL" clId="{D0AFC632-AEA1-445C-B02A-46FDABDC97DF}" dt="2026-06-11T10:42:48.692" v="4954"/>
          <ac:spMkLst>
            <pc:docMk/>
            <pc:sldMk cId="4227312619" sldId="257"/>
            <ac:spMk id="2" creationId="{2A83B007-53A0-032D-24A2-1962103F08B0}"/>
          </ac:spMkLst>
        </pc:spChg>
        <pc:spChg chg="mod">
          <ac:chgData name="Sunil Kafley [suk0424]" userId="d7df2181-2db0-430b-b3bd-6796bcfeb2bb" providerId="ADAL" clId="{D0AFC632-AEA1-445C-B02A-46FDABDC97DF}" dt="2026-06-11T10:42:48.813" v="4955" actId="27636"/>
          <ac:spMkLst>
            <pc:docMk/>
            <pc:sldMk cId="4227312619" sldId="257"/>
            <ac:spMk id="3" creationId="{8B046F8A-EB46-3E00-D049-9CA72B80B5B1}"/>
          </ac:spMkLst>
        </pc:spChg>
      </pc:sldChg>
      <pc:sldChg chg="addSp delSp modSp new mod">
        <pc:chgData name="Sunil Kafley [suk0424]" userId="d7df2181-2db0-430b-b3bd-6796bcfeb2bb" providerId="ADAL" clId="{D0AFC632-AEA1-445C-B02A-46FDABDC97DF}" dt="2026-06-07T19:11:53.728" v="2883" actId="21"/>
        <pc:sldMkLst>
          <pc:docMk/>
          <pc:sldMk cId="1214713973" sldId="258"/>
        </pc:sldMkLst>
        <pc:spChg chg="mod">
          <ac:chgData name="Sunil Kafley [suk0424]" userId="d7df2181-2db0-430b-b3bd-6796bcfeb2bb" providerId="ADAL" clId="{D0AFC632-AEA1-445C-B02A-46FDABDC97DF}" dt="2026-06-07T19:09:21.972" v="2869" actId="113"/>
          <ac:spMkLst>
            <pc:docMk/>
            <pc:sldMk cId="1214713973" sldId="258"/>
            <ac:spMk id="2" creationId="{5932BBF2-2F86-EFD2-4127-898A82C77222}"/>
          </ac:spMkLst>
        </pc:spChg>
        <pc:spChg chg="mod">
          <ac:chgData name="Sunil Kafley [suk0424]" userId="d7df2181-2db0-430b-b3bd-6796bcfeb2bb" providerId="ADAL" clId="{D0AFC632-AEA1-445C-B02A-46FDABDC97DF}" dt="2026-06-07T19:10:54.840" v="2881" actId="1076"/>
          <ac:spMkLst>
            <pc:docMk/>
            <pc:sldMk cId="1214713973" sldId="258"/>
            <ac:spMk id="3" creationId="{C47AFC83-4570-3080-5EB8-A28B06534539}"/>
          </ac:spMkLst>
        </pc:spChg>
        <pc:picChg chg="add del mod">
          <ac:chgData name="Sunil Kafley [suk0424]" userId="d7df2181-2db0-430b-b3bd-6796bcfeb2bb" providerId="ADAL" clId="{D0AFC632-AEA1-445C-B02A-46FDABDC97DF}" dt="2026-06-07T19:11:53.728" v="2883" actId="21"/>
          <ac:picMkLst>
            <pc:docMk/>
            <pc:sldMk cId="1214713973" sldId="258"/>
            <ac:picMk id="9" creationId="{2CD13475-4B4B-865B-A94C-F996324DCAC2}"/>
          </ac:picMkLst>
        </pc:picChg>
        <pc:picChg chg="add mod">
          <ac:chgData name="Sunil Kafley [suk0424]" userId="d7df2181-2db0-430b-b3bd-6796bcfeb2bb" providerId="ADAL" clId="{D0AFC632-AEA1-445C-B02A-46FDABDC97DF}" dt="2026-06-07T19:09:15.112" v="2867" actId="1076"/>
          <ac:picMkLst>
            <pc:docMk/>
            <pc:sldMk cId="1214713973" sldId="258"/>
            <ac:picMk id="11" creationId="{B838D504-8FA3-2E07-136B-F9EFDEEFBC9F}"/>
          </ac:picMkLst>
        </pc:picChg>
      </pc:sldChg>
      <pc:sldChg chg="addSp delSp modSp new mod">
        <pc:chgData name="Sunil Kafley [suk0424]" userId="d7df2181-2db0-430b-b3bd-6796bcfeb2bb" providerId="ADAL" clId="{D0AFC632-AEA1-445C-B02A-46FDABDC97DF}" dt="2026-06-11T10:42:48.830" v="4956" actId="27636"/>
        <pc:sldMkLst>
          <pc:docMk/>
          <pc:sldMk cId="3895238407" sldId="259"/>
        </pc:sldMkLst>
        <pc:spChg chg="mod">
          <ac:chgData name="Sunil Kafley [suk0424]" userId="d7df2181-2db0-430b-b3bd-6796bcfeb2bb" providerId="ADAL" clId="{D0AFC632-AEA1-445C-B02A-46FDABDC97DF}" dt="2026-06-11T10:42:48.692" v="4954"/>
          <ac:spMkLst>
            <pc:docMk/>
            <pc:sldMk cId="3895238407" sldId="259"/>
            <ac:spMk id="2" creationId="{669E88E9-66A2-8D15-EDD6-5D5A61B9D178}"/>
          </ac:spMkLst>
        </pc:spChg>
        <pc:spChg chg="mod">
          <ac:chgData name="Sunil Kafley [suk0424]" userId="d7df2181-2db0-430b-b3bd-6796bcfeb2bb" providerId="ADAL" clId="{D0AFC632-AEA1-445C-B02A-46FDABDC97DF}" dt="2026-06-11T10:42:48.830" v="4956" actId="27636"/>
          <ac:spMkLst>
            <pc:docMk/>
            <pc:sldMk cId="3895238407" sldId="259"/>
            <ac:spMk id="3" creationId="{B92A1BDD-604D-1214-C5AD-B3DF21ACE833}"/>
          </ac:spMkLst>
        </pc:spChg>
        <pc:picChg chg="add mod">
          <ac:chgData name="Sunil Kafley [suk0424]" userId="d7df2181-2db0-430b-b3bd-6796bcfeb2bb" providerId="ADAL" clId="{D0AFC632-AEA1-445C-B02A-46FDABDC97DF}" dt="2026-06-07T19:23:26.093" v="3355" actId="1076"/>
          <ac:picMkLst>
            <pc:docMk/>
            <pc:sldMk cId="3895238407" sldId="259"/>
            <ac:picMk id="5" creationId="{19E3FC78-F2D5-9B14-6C0A-9ADA3A40D112}"/>
          </ac:picMkLst>
        </pc:picChg>
        <pc:picChg chg="add mod">
          <ac:chgData name="Sunil Kafley [suk0424]" userId="d7df2181-2db0-430b-b3bd-6796bcfeb2bb" providerId="ADAL" clId="{D0AFC632-AEA1-445C-B02A-46FDABDC97DF}" dt="2026-06-07T19:23:24.013" v="3354" actId="1076"/>
          <ac:picMkLst>
            <pc:docMk/>
            <pc:sldMk cId="3895238407" sldId="259"/>
            <ac:picMk id="9" creationId="{45A77F39-CE6B-2975-4175-45D37E3B5512}"/>
          </ac:picMkLst>
        </pc:picChg>
      </pc:sldChg>
      <pc:sldChg chg="modSp new mod">
        <pc:chgData name="Sunil Kafley [suk0424]" userId="d7df2181-2db0-430b-b3bd-6796bcfeb2bb" providerId="ADAL" clId="{D0AFC632-AEA1-445C-B02A-46FDABDC97DF}" dt="2026-06-11T10:42:48.845" v="4957" actId="27636"/>
        <pc:sldMkLst>
          <pc:docMk/>
          <pc:sldMk cId="2657581464" sldId="260"/>
        </pc:sldMkLst>
        <pc:spChg chg="mod">
          <ac:chgData name="Sunil Kafley [suk0424]" userId="d7df2181-2db0-430b-b3bd-6796bcfeb2bb" providerId="ADAL" clId="{D0AFC632-AEA1-445C-B02A-46FDABDC97DF}" dt="2026-06-07T19:24:01.672" v="3370" actId="1076"/>
          <ac:spMkLst>
            <pc:docMk/>
            <pc:sldMk cId="2657581464" sldId="260"/>
            <ac:spMk id="2" creationId="{75CB25C5-1474-AC83-968A-592F76C267A4}"/>
          </ac:spMkLst>
        </pc:spChg>
        <pc:spChg chg="mod">
          <ac:chgData name="Sunil Kafley [suk0424]" userId="d7df2181-2db0-430b-b3bd-6796bcfeb2bb" providerId="ADAL" clId="{D0AFC632-AEA1-445C-B02A-46FDABDC97DF}" dt="2026-06-11T10:42:48.845" v="4957" actId="27636"/>
          <ac:spMkLst>
            <pc:docMk/>
            <pc:sldMk cId="2657581464" sldId="260"/>
            <ac:spMk id="3" creationId="{AC42A49D-23FC-DE5F-D8B7-D17E798ACC01}"/>
          </ac:spMkLst>
        </pc:spChg>
      </pc:sldChg>
      <pc:sldChg chg="addSp delSp modSp new mod">
        <pc:chgData name="Sunil Kafley [suk0424]" userId="d7df2181-2db0-430b-b3bd-6796bcfeb2bb" providerId="ADAL" clId="{D0AFC632-AEA1-445C-B02A-46FDABDC97DF}" dt="2026-06-11T10:42:48.856" v="4958" actId="27636"/>
        <pc:sldMkLst>
          <pc:docMk/>
          <pc:sldMk cId="2812853982" sldId="261"/>
        </pc:sldMkLst>
        <pc:spChg chg="mod">
          <ac:chgData name="Sunil Kafley [suk0424]" userId="d7df2181-2db0-430b-b3bd-6796bcfeb2bb" providerId="ADAL" clId="{D0AFC632-AEA1-445C-B02A-46FDABDC97DF}" dt="2026-06-11T10:42:48.692" v="4954"/>
          <ac:spMkLst>
            <pc:docMk/>
            <pc:sldMk cId="2812853982" sldId="261"/>
            <ac:spMk id="2" creationId="{22BBD5B1-A9C0-9617-1953-C92E40D68834}"/>
          </ac:spMkLst>
        </pc:spChg>
        <pc:spChg chg="mod">
          <ac:chgData name="Sunil Kafley [suk0424]" userId="d7df2181-2db0-430b-b3bd-6796bcfeb2bb" providerId="ADAL" clId="{D0AFC632-AEA1-445C-B02A-46FDABDC97DF}" dt="2026-06-11T10:42:48.856" v="4958" actId="27636"/>
          <ac:spMkLst>
            <pc:docMk/>
            <pc:sldMk cId="2812853982" sldId="261"/>
            <ac:spMk id="3" creationId="{E7866D1F-01A8-58B4-D376-D080B616FA46}"/>
          </ac:spMkLst>
        </pc:spChg>
        <pc:picChg chg="add mod">
          <ac:chgData name="Sunil Kafley [suk0424]" userId="d7df2181-2db0-430b-b3bd-6796bcfeb2bb" providerId="ADAL" clId="{D0AFC632-AEA1-445C-B02A-46FDABDC97DF}" dt="2026-06-07T19:35:18.418" v="3551" actId="14100"/>
          <ac:picMkLst>
            <pc:docMk/>
            <pc:sldMk cId="2812853982" sldId="261"/>
            <ac:picMk id="7" creationId="{C64F5FA6-BCE6-1D41-D23E-733664B4045F}"/>
          </ac:picMkLst>
        </pc:picChg>
      </pc:sldChg>
      <pc:sldChg chg="addSp delSp modSp new mod">
        <pc:chgData name="Sunil Kafley [suk0424]" userId="d7df2181-2db0-430b-b3bd-6796bcfeb2bb" providerId="ADAL" clId="{D0AFC632-AEA1-445C-B02A-46FDABDC97DF}" dt="2026-06-11T10:42:48.907" v="4962" actId="27636"/>
        <pc:sldMkLst>
          <pc:docMk/>
          <pc:sldMk cId="875675460" sldId="262"/>
        </pc:sldMkLst>
        <pc:spChg chg="mod">
          <ac:chgData name="Sunil Kafley [suk0424]" userId="d7df2181-2db0-430b-b3bd-6796bcfeb2bb" providerId="ADAL" clId="{D0AFC632-AEA1-445C-B02A-46FDABDC97DF}" dt="2026-06-07T19:30:21.921" v="3524" actId="1076"/>
          <ac:spMkLst>
            <pc:docMk/>
            <pc:sldMk cId="875675460" sldId="262"/>
            <ac:spMk id="2" creationId="{C9D92A24-CC2D-1251-AA8A-6D6CDDF93AC8}"/>
          </ac:spMkLst>
        </pc:spChg>
        <pc:spChg chg="mod">
          <ac:chgData name="Sunil Kafley [suk0424]" userId="d7df2181-2db0-430b-b3bd-6796bcfeb2bb" providerId="ADAL" clId="{D0AFC632-AEA1-445C-B02A-46FDABDC97DF}" dt="2026-06-11T10:42:48.907" v="4962" actId="27636"/>
          <ac:spMkLst>
            <pc:docMk/>
            <pc:sldMk cId="875675460" sldId="262"/>
            <ac:spMk id="3" creationId="{BAC2FA8F-1779-E6E1-66C0-F3D32DC2F236}"/>
          </ac:spMkLst>
        </pc:spChg>
      </pc:sldChg>
      <pc:sldChg chg="addSp modSp add mod">
        <pc:chgData name="Sunil Kafley [suk0424]" userId="d7df2181-2db0-430b-b3bd-6796bcfeb2bb" providerId="ADAL" clId="{D0AFC632-AEA1-445C-B02A-46FDABDC97DF}" dt="2026-06-11T10:42:48.901" v="4961" actId="27636"/>
        <pc:sldMkLst>
          <pc:docMk/>
          <pc:sldMk cId="3238954582" sldId="263"/>
        </pc:sldMkLst>
        <pc:spChg chg="mod">
          <ac:chgData name="Sunil Kafley [suk0424]" userId="d7df2181-2db0-430b-b3bd-6796bcfeb2bb" providerId="ADAL" clId="{D0AFC632-AEA1-445C-B02A-46FDABDC97DF}" dt="2026-06-11T10:42:48.692" v="4954"/>
          <ac:spMkLst>
            <pc:docMk/>
            <pc:sldMk cId="3238954582" sldId="263"/>
            <ac:spMk id="2" creationId="{64070587-6A4B-AFFF-BBD0-A6EA16568E0E}"/>
          </ac:spMkLst>
        </pc:spChg>
        <pc:spChg chg="mod">
          <ac:chgData name="Sunil Kafley [suk0424]" userId="d7df2181-2db0-430b-b3bd-6796bcfeb2bb" providerId="ADAL" clId="{D0AFC632-AEA1-445C-B02A-46FDABDC97DF}" dt="2026-06-11T10:42:48.901" v="4961" actId="27636"/>
          <ac:spMkLst>
            <pc:docMk/>
            <pc:sldMk cId="3238954582" sldId="263"/>
            <ac:spMk id="3" creationId="{4E478B03-206D-D206-F61D-E8CA46A9578B}"/>
          </ac:spMkLst>
        </pc:spChg>
        <pc:picChg chg="add mod">
          <ac:chgData name="Sunil Kafley [suk0424]" userId="d7df2181-2db0-430b-b3bd-6796bcfeb2bb" providerId="ADAL" clId="{D0AFC632-AEA1-445C-B02A-46FDABDC97DF}" dt="2026-06-07T19:29:41.497" v="3522" actId="14100"/>
          <ac:picMkLst>
            <pc:docMk/>
            <pc:sldMk cId="3238954582" sldId="263"/>
            <ac:picMk id="5" creationId="{1A5A5F2E-038A-DFF7-A99B-279F681CA444}"/>
          </ac:picMkLst>
        </pc:picChg>
      </pc:sldChg>
      <pc:sldChg chg="addSp delSp modSp add mod">
        <pc:chgData name="Sunil Kafley [suk0424]" userId="d7df2181-2db0-430b-b3bd-6796bcfeb2bb" providerId="ADAL" clId="{D0AFC632-AEA1-445C-B02A-46FDABDC97DF}" dt="2026-06-07T19:33:24.888" v="3539" actId="1076"/>
        <pc:sldMkLst>
          <pc:docMk/>
          <pc:sldMk cId="2283088094" sldId="264"/>
        </pc:sldMkLst>
        <pc:spChg chg="mod">
          <ac:chgData name="Sunil Kafley [suk0424]" userId="d7df2181-2db0-430b-b3bd-6796bcfeb2bb" providerId="ADAL" clId="{D0AFC632-AEA1-445C-B02A-46FDABDC97DF}" dt="2026-06-07T19:33:23.618" v="3538" actId="1076"/>
          <ac:spMkLst>
            <pc:docMk/>
            <pc:sldMk cId="2283088094" sldId="264"/>
            <ac:spMk id="2" creationId="{EB4807CA-45F0-05B3-4992-9AA8B2E0C3BA}"/>
          </ac:spMkLst>
        </pc:spChg>
        <pc:spChg chg="mod">
          <ac:chgData name="Sunil Kafley [suk0424]" userId="d7df2181-2db0-430b-b3bd-6796bcfeb2bb" providerId="ADAL" clId="{D0AFC632-AEA1-445C-B02A-46FDABDC97DF}" dt="2026-06-07T19:33:24.888" v="3539" actId="1076"/>
          <ac:spMkLst>
            <pc:docMk/>
            <pc:sldMk cId="2283088094" sldId="264"/>
            <ac:spMk id="3" creationId="{7DE63771-7738-F669-973A-7F198A890C03}"/>
          </ac:spMkLst>
        </pc:spChg>
      </pc:sldChg>
      <pc:sldChg chg="addSp delSp modSp new mod ord">
        <pc:chgData name="Sunil Kafley [suk0424]" userId="d7df2181-2db0-430b-b3bd-6796bcfeb2bb" providerId="ADAL" clId="{D0AFC632-AEA1-445C-B02A-46FDABDC97DF}" dt="2026-06-11T10:50:43.802" v="5049" actId="1076"/>
        <pc:sldMkLst>
          <pc:docMk/>
          <pc:sldMk cId="3083906065" sldId="265"/>
        </pc:sldMkLst>
        <pc:spChg chg="mod">
          <ac:chgData name="Sunil Kafley [suk0424]" userId="d7df2181-2db0-430b-b3bd-6796bcfeb2bb" providerId="ADAL" clId="{D0AFC632-AEA1-445C-B02A-46FDABDC97DF}" dt="2026-06-11T10:44:09.862" v="5045" actId="20577"/>
          <ac:spMkLst>
            <pc:docMk/>
            <pc:sldMk cId="3083906065" sldId="265"/>
            <ac:spMk id="2" creationId="{3B6F1BE3-CF3C-EBE7-970F-39EE789C1919}"/>
          </ac:spMkLst>
        </pc:spChg>
        <pc:spChg chg="add mod">
          <ac:chgData name="Sunil Kafley [suk0424]" userId="d7df2181-2db0-430b-b3bd-6796bcfeb2bb" providerId="ADAL" clId="{D0AFC632-AEA1-445C-B02A-46FDABDC97DF}" dt="2026-06-11T10:50:35.437" v="5047" actId="404"/>
          <ac:spMkLst>
            <pc:docMk/>
            <pc:sldMk cId="3083906065" sldId="265"/>
            <ac:spMk id="4" creationId="{5849628F-70E2-2116-2996-987B0034BC0B}"/>
          </ac:spMkLst>
        </pc:spChg>
        <pc:spChg chg="add mod">
          <ac:chgData name="Sunil Kafley [suk0424]" userId="d7df2181-2db0-430b-b3bd-6796bcfeb2bb" providerId="ADAL" clId="{D0AFC632-AEA1-445C-B02A-46FDABDC97DF}" dt="2026-06-11T10:50:43.802" v="5049" actId="1076"/>
          <ac:spMkLst>
            <pc:docMk/>
            <pc:sldMk cId="3083906065" sldId="265"/>
            <ac:spMk id="6" creationId="{ED0043CF-A6E7-14B1-C274-19E8F1FD3FA0}"/>
          </ac:spMkLst>
        </pc:spChg>
        <pc:spChg chg="add mod">
          <ac:chgData name="Sunil Kafley [suk0424]" userId="d7df2181-2db0-430b-b3bd-6796bcfeb2bb" providerId="ADAL" clId="{D0AFC632-AEA1-445C-B02A-46FDABDC97DF}" dt="2026-06-11T10:43:17.824" v="4976"/>
          <ac:spMkLst>
            <pc:docMk/>
            <pc:sldMk cId="3083906065" sldId="265"/>
            <ac:spMk id="7" creationId="{BC244D7B-9303-32C3-DB76-F42E1067BF13}"/>
          </ac:spMkLst>
        </pc:spChg>
        <pc:picChg chg="add mod">
          <ac:chgData name="Sunil Kafley [suk0424]" userId="d7df2181-2db0-430b-b3bd-6796bcfeb2bb" providerId="ADAL" clId="{D0AFC632-AEA1-445C-B02A-46FDABDC97DF}" dt="2026-06-11T10:50:31.584" v="5046" actId="1076"/>
          <ac:picMkLst>
            <pc:docMk/>
            <pc:sldMk cId="3083906065" sldId="265"/>
            <ac:picMk id="5" creationId="{884B1FE8-77BE-21A7-3C7B-D17D880BC60E}"/>
          </ac:picMkLst>
        </pc:picChg>
      </pc:sldChg>
      <pc:sldChg chg="addSp delSp modSp add mod">
        <pc:chgData name="Sunil Kafley [suk0424]" userId="d7df2181-2db0-430b-b3bd-6796bcfeb2bb" providerId="ADAL" clId="{D0AFC632-AEA1-445C-B02A-46FDABDC97DF}" dt="2026-06-07T19:23:39.375" v="3360" actId="1076"/>
        <pc:sldMkLst>
          <pc:docMk/>
          <pc:sldMk cId="952812447" sldId="266"/>
        </pc:sldMkLst>
        <pc:spChg chg="mod">
          <ac:chgData name="Sunil Kafley [suk0424]" userId="d7df2181-2db0-430b-b3bd-6796bcfeb2bb" providerId="ADAL" clId="{D0AFC632-AEA1-445C-B02A-46FDABDC97DF}" dt="2026-06-07T19:18:17.694" v="3234" actId="1076"/>
          <ac:spMkLst>
            <pc:docMk/>
            <pc:sldMk cId="952812447" sldId="266"/>
            <ac:spMk id="2" creationId="{85BA1675-9008-5151-2D8F-B9EC1EC415C6}"/>
          </ac:spMkLst>
        </pc:spChg>
        <pc:spChg chg="add mod">
          <ac:chgData name="Sunil Kafley [suk0424]" userId="d7df2181-2db0-430b-b3bd-6796bcfeb2bb" providerId="ADAL" clId="{D0AFC632-AEA1-445C-B02A-46FDABDC97DF}" dt="2026-06-07T19:23:35.727" v="3358" actId="1076"/>
          <ac:spMkLst>
            <pc:docMk/>
            <pc:sldMk cId="952812447" sldId="266"/>
            <ac:spMk id="7" creationId="{54C69876-67AC-74D8-F078-DB01E818086E}"/>
          </ac:spMkLst>
        </pc:spChg>
        <pc:spChg chg="add mod">
          <ac:chgData name="Sunil Kafley [suk0424]" userId="d7df2181-2db0-430b-b3bd-6796bcfeb2bb" providerId="ADAL" clId="{D0AFC632-AEA1-445C-B02A-46FDABDC97DF}" dt="2026-06-07T19:23:39.375" v="3360" actId="1076"/>
          <ac:spMkLst>
            <pc:docMk/>
            <pc:sldMk cId="952812447" sldId="266"/>
            <ac:spMk id="11" creationId="{E4419957-EB45-834B-9B1A-3E64CA38D390}"/>
          </ac:spMkLst>
        </pc:spChg>
        <pc:picChg chg="add mod">
          <ac:chgData name="Sunil Kafley [suk0424]" userId="d7df2181-2db0-430b-b3bd-6796bcfeb2bb" providerId="ADAL" clId="{D0AFC632-AEA1-445C-B02A-46FDABDC97DF}" dt="2026-06-07T19:23:32.119" v="3357" actId="1076"/>
          <ac:picMkLst>
            <pc:docMk/>
            <pc:sldMk cId="952812447" sldId="266"/>
            <ac:picMk id="4" creationId="{3E6A94C8-617E-F13F-C2C4-AE1C38105051}"/>
          </ac:picMkLst>
        </pc:picChg>
        <pc:picChg chg="add mod">
          <ac:chgData name="Sunil Kafley [suk0424]" userId="d7df2181-2db0-430b-b3bd-6796bcfeb2bb" providerId="ADAL" clId="{D0AFC632-AEA1-445C-B02A-46FDABDC97DF}" dt="2026-06-07T19:23:37.215" v="3359" actId="1076"/>
          <ac:picMkLst>
            <pc:docMk/>
            <pc:sldMk cId="952812447" sldId="266"/>
            <ac:picMk id="8" creationId="{F4D71C25-5736-5135-09A8-A59CCC43D8D8}"/>
          </ac:picMkLst>
        </pc:picChg>
      </pc:sldChg>
      <pc:sldChg chg="addSp delSp modSp add mod">
        <pc:chgData name="Sunil Kafley [suk0424]" userId="d7df2181-2db0-430b-b3bd-6796bcfeb2bb" providerId="ADAL" clId="{D0AFC632-AEA1-445C-B02A-46FDABDC97DF}" dt="2026-06-07T19:23:44.889" v="3362" actId="1076"/>
        <pc:sldMkLst>
          <pc:docMk/>
          <pc:sldMk cId="4128915999" sldId="267"/>
        </pc:sldMkLst>
        <pc:spChg chg="mod">
          <ac:chgData name="Sunil Kafley [suk0424]" userId="d7df2181-2db0-430b-b3bd-6796bcfeb2bb" providerId="ADAL" clId="{D0AFC632-AEA1-445C-B02A-46FDABDC97DF}" dt="2026-06-07T19:18:40.290" v="3249" actId="20577"/>
          <ac:spMkLst>
            <pc:docMk/>
            <pc:sldMk cId="4128915999" sldId="267"/>
            <ac:spMk id="2" creationId="{7B940656-AA0B-EFAD-72FB-B6F2C37BE4CD}"/>
          </ac:spMkLst>
        </pc:spChg>
        <pc:spChg chg="mod">
          <ac:chgData name="Sunil Kafley [suk0424]" userId="d7df2181-2db0-430b-b3bd-6796bcfeb2bb" providerId="ADAL" clId="{D0AFC632-AEA1-445C-B02A-46FDABDC97DF}" dt="2026-06-07T19:23:44.889" v="3362" actId="1076"/>
          <ac:spMkLst>
            <pc:docMk/>
            <pc:sldMk cId="4128915999" sldId="267"/>
            <ac:spMk id="7" creationId="{1DD820A5-DF35-A1C8-FCF5-9C81CA98FEF2}"/>
          </ac:spMkLst>
        </pc:spChg>
        <pc:spChg chg="mod">
          <ac:chgData name="Sunil Kafley [suk0424]" userId="d7df2181-2db0-430b-b3bd-6796bcfeb2bb" providerId="ADAL" clId="{D0AFC632-AEA1-445C-B02A-46FDABDC97DF}" dt="2026-06-07T19:22:34.707" v="3308" actId="1076"/>
          <ac:spMkLst>
            <pc:docMk/>
            <pc:sldMk cId="4128915999" sldId="267"/>
            <ac:spMk id="11" creationId="{36C3EE6A-AF0C-3B77-E441-A08E2B1E927A}"/>
          </ac:spMkLst>
        </pc:spChg>
        <pc:picChg chg="add mod">
          <ac:chgData name="Sunil Kafley [suk0424]" userId="d7df2181-2db0-430b-b3bd-6796bcfeb2bb" providerId="ADAL" clId="{D0AFC632-AEA1-445C-B02A-46FDABDC97DF}" dt="2026-06-07T19:23:43.176" v="3361" actId="1076"/>
          <ac:picMkLst>
            <pc:docMk/>
            <pc:sldMk cId="4128915999" sldId="267"/>
            <ac:picMk id="5" creationId="{33CB4708-B3F9-B55B-AAF6-C73272DA20EF}"/>
          </ac:picMkLst>
        </pc:picChg>
        <pc:picChg chg="add mod">
          <ac:chgData name="Sunil Kafley [suk0424]" userId="d7df2181-2db0-430b-b3bd-6796bcfeb2bb" providerId="ADAL" clId="{D0AFC632-AEA1-445C-B02A-46FDABDC97DF}" dt="2026-06-07T19:22:32.067" v="3307" actId="1076"/>
          <ac:picMkLst>
            <pc:docMk/>
            <pc:sldMk cId="4128915999" sldId="267"/>
            <ac:picMk id="14" creationId="{92598F87-8205-8D7B-3778-554091362C24}"/>
          </ac:picMkLst>
        </pc:picChg>
      </pc:sldChg>
      <pc:sldChg chg="addSp delSp modSp add mod">
        <pc:chgData name="Sunil Kafley [suk0424]" userId="d7df2181-2db0-430b-b3bd-6796bcfeb2bb" providerId="ADAL" clId="{D0AFC632-AEA1-445C-B02A-46FDABDC97DF}" dt="2026-06-11T10:42:48.870" v="4959" actId="27636"/>
        <pc:sldMkLst>
          <pc:docMk/>
          <pc:sldMk cId="2126104" sldId="268"/>
        </pc:sldMkLst>
        <pc:spChg chg="mod">
          <ac:chgData name="Sunil Kafley [suk0424]" userId="d7df2181-2db0-430b-b3bd-6796bcfeb2bb" providerId="ADAL" clId="{D0AFC632-AEA1-445C-B02A-46FDABDC97DF}" dt="2026-06-11T10:42:48.692" v="4954"/>
          <ac:spMkLst>
            <pc:docMk/>
            <pc:sldMk cId="2126104" sldId="268"/>
            <ac:spMk id="2" creationId="{657B64D7-F0F9-0FD2-EB5A-ED1C6A149128}"/>
          </ac:spMkLst>
        </pc:spChg>
        <pc:spChg chg="mod">
          <ac:chgData name="Sunil Kafley [suk0424]" userId="d7df2181-2db0-430b-b3bd-6796bcfeb2bb" providerId="ADAL" clId="{D0AFC632-AEA1-445C-B02A-46FDABDC97DF}" dt="2026-06-11T10:42:48.870" v="4959" actId="27636"/>
          <ac:spMkLst>
            <pc:docMk/>
            <pc:sldMk cId="2126104" sldId="268"/>
            <ac:spMk id="3" creationId="{7F996CD0-2E63-CF87-0E87-AF37DA83EA20}"/>
          </ac:spMkLst>
        </pc:spChg>
        <pc:picChg chg="add mod">
          <ac:chgData name="Sunil Kafley [suk0424]" userId="d7df2181-2db0-430b-b3bd-6796bcfeb2bb" providerId="ADAL" clId="{D0AFC632-AEA1-445C-B02A-46FDABDC97DF}" dt="2026-06-07T19:44:28.330" v="4005" actId="1076"/>
          <ac:picMkLst>
            <pc:docMk/>
            <pc:sldMk cId="2126104" sldId="268"/>
            <ac:picMk id="5" creationId="{B17259FB-ACF5-8A52-C4D9-3D3AEAA32451}"/>
          </ac:picMkLst>
        </pc:picChg>
      </pc:sldChg>
      <pc:sldChg chg="addSp delSp modSp add mod">
        <pc:chgData name="Sunil Kafley [suk0424]" userId="d7df2181-2db0-430b-b3bd-6796bcfeb2bb" providerId="ADAL" clId="{D0AFC632-AEA1-445C-B02A-46FDABDC97DF}" dt="2026-06-11T10:42:48.885" v="4960" actId="27636"/>
        <pc:sldMkLst>
          <pc:docMk/>
          <pc:sldMk cId="76629081" sldId="269"/>
        </pc:sldMkLst>
        <pc:spChg chg="mod">
          <ac:chgData name="Sunil Kafley [suk0424]" userId="d7df2181-2db0-430b-b3bd-6796bcfeb2bb" providerId="ADAL" clId="{D0AFC632-AEA1-445C-B02A-46FDABDC97DF}" dt="2026-06-11T10:42:48.692" v="4954"/>
          <ac:spMkLst>
            <pc:docMk/>
            <pc:sldMk cId="76629081" sldId="269"/>
            <ac:spMk id="2" creationId="{0B0C77D1-47B6-2F28-645F-7A251B52A85E}"/>
          </ac:spMkLst>
        </pc:spChg>
        <pc:spChg chg="mod">
          <ac:chgData name="Sunil Kafley [suk0424]" userId="d7df2181-2db0-430b-b3bd-6796bcfeb2bb" providerId="ADAL" clId="{D0AFC632-AEA1-445C-B02A-46FDABDC97DF}" dt="2026-06-11T10:42:48.885" v="4960" actId="27636"/>
          <ac:spMkLst>
            <pc:docMk/>
            <pc:sldMk cId="76629081" sldId="269"/>
            <ac:spMk id="3" creationId="{EE55FB12-83CA-CD38-23A2-595412CB6039}"/>
          </ac:spMkLst>
        </pc:spChg>
        <pc:spChg chg="add mod">
          <ac:chgData name="Sunil Kafley [suk0424]" userId="d7df2181-2db0-430b-b3bd-6796bcfeb2bb" providerId="ADAL" clId="{D0AFC632-AEA1-445C-B02A-46FDABDC97DF}" dt="2026-06-07T19:55:23.069" v="4536" actId="1076"/>
          <ac:spMkLst>
            <pc:docMk/>
            <pc:sldMk cId="76629081" sldId="269"/>
            <ac:spMk id="28" creationId="{06B4DE83-47D3-7BC4-1EEB-2162F33934CA}"/>
          </ac:spMkLst>
        </pc:spChg>
        <pc:spChg chg="add mod">
          <ac:chgData name="Sunil Kafley [suk0424]" userId="d7df2181-2db0-430b-b3bd-6796bcfeb2bb" providerId="ADAL" clId="{D0AFC632-AEA1-445C-B02A-46FDABDC97DF}" dt="2026-06-07T19:55:44.469" v="4556" actId="1076"/>
          <ac:spMkLst>
            <pc:docMk/>
            <pc:sldMk cId="76629081" sldId="269"/>
            <ac:spMk id="30" creationId="{BC97968B-B9A1-63C1-CCEB-3FF104CAFBBD}"/>
          </ac:spMkLst>
        </pc:spChg>
        <pc:spChg chg="add mod">
          <ac:chgData name="Sunil Kafley [suk0424]" userId="d7df2181-2db0-430b-b3bd-6796bcfeb2bb" providerId="ADAL" clId="{D0AFC632-AEA1-445C-B02A-46FDABDC97DF}" dt="2026-06-07T19:56:16.481" v="4580" actId="1076"/>
          <ac:spMkLst>
            <pc:docMk/>
            <pc:sldMk cId="76629081" sldId="269"/>
            <ac:spMk id="32" creationId="{4DDF80AA-4C0B-54CB-6145-8438DBFDC4A5}"/>
          </ac:spMkLst>
        </pc:spChg>
        <pc:picChg chg="add mod">
          <ac:chgData name="Sunil Kafley [suk0424]" userId="d7df2181-2db0-430b-b3bd-6796bcfeb2bb" providerId="ADAL" clId="{D0AFC632-AEA1-445C-B02A-46FDABDC97DF}" dt="2026-06-07T19:55:03.487" v="4529" actId="1076"/>
          <ac:picMkLst>
            <pc:docMk/>
            <pc:sldMk cId="76629081" sldId="269"/>
            <ac:picMk id="8" creationId="{6147CDCE-FBFA-CC50-5F9D-F650741C81DA}"/>
          </ac:picMkLst>
        </pc:picChg>
        <pc:picChg chg="add mod">
          <ac:chgData name="Sunil Kafley [suk0424]" userId="d7df2181-2db0-430b-b3bd-6796bcfeb2bb" providerId="ADAL" clId="{D0AFC632-AEA1-445C-B02A-46FDABDC97DF}" dt="2026-06-07T19:55:06.281" v="4531" actId="1076"/>
          <ac:picMkLst>
            <pc:docMk/>
            <pc:sldMk cId="76629081" sldId="269"/>
            <ac:picMk id="10" creationId="{D290EBBD-0C92-BF7C-E25C-6A5198C0B38E}"/>
          </ac:picMkLst>
        </pc:picChg>
        <pc:picChg chg="add mod">
          <ac:chgData name="Sunil Kafley [suk0424]" userId="d7df2181-2db0-430b-b3bd-6796bcfeb2bb" providerId="ADAL" clId="{D0AFC632-AEA1-445C-B02A-46FDABDC97DF}" dt="2026-06-07T19:55:12.215" v="4534" actId="1076"/>
          <ac:picMkLst>
            <pc:docMk/>
            <pc:sldMk cId="76629081" sldId="269"/>
            <ac:picMk id="12" creationId="{E4BB2512-27C9-B3BA-8400-70828FAD2319}"/>
          </ac:picMkLst>
        </pc:picChg>
        <pc:picChg chg="add mod">
          <ac:chgData name="Sunil Kafley [suk0424]" userId="d7df2181-2db0-430b-b3bd-6796bcfeb2bb" providerId="ADAL" clId="{D0AFC632-AEA1-445C-B02A-46FDABDC97DF}" dt="2026-06-07T19:55:10.827" v="4533" actId="1076"/>
          <ac:picMkLst>
            <pc:docMk/>
            <pc:sldMk cId="76629081" sldId="269"/>
            <ac:picMk id="14" creationId="{B8AADA0B-17F6-FDF7-C6DD-84F541D33F9C}"/>
          </ac:picMkLst>
        </pc:picChg>
        <pc:picChg chg="add mod">
          <ac:chgData name="Sunil Kafley [suk0424]" userId="d7df2181-2db0-430b-b3bd-6796bcfeb2bb" providerId="ADAL" clId="{D0AFC632-AEA1-445C-B02A-46FDABDC97DF}" dt="2026-06-07T19:50:29.778" v="4517" actId="1076"/>
          <ac:picMkLst>
            <pc:docMk/>
            <pc:sldMk cId="76629081" sldId="269"/>
            <ac:picMk id="18" creationId="{E9C46C26-354C-826D-6CA0-562B822C1BE8}"/>
          </ac:picMkLst>
        </pc:picChg>
        <pc:picChg chg="add mod">
          <ac:chgData name="Sunil Kafley [suk0424]" userId="d7df2181-2db0-430b-b3bd-6796bcfeb2bb" providerId="ADAL" clId="{D0AFC632-AEA1-445C-B02A-46FDABDC97DF}" dt="2026-06-07T19:50:31.007" v="4518" actId="1076"/>
          <ac:picMkLst>
            <pc:docMk/>
            <pc:sldMk cId="76629081" sldId="269"/>
            <ac:picMk id="20" creationId="{4E74FD9D-4E50-ECDA-71EE-D3DBC3868DFB}"/>
          </ac:picMkLst>
        </pc:picChg>
        <pc:picChg chg="add mod">
          <ac:chgData name="Sunil Kafley [suk0424]" userId="d7df2181-2db0-430b-b3bd-6796bcfeb2bb" providerId="ADAL" clId="{D0AFC632-AEA1-445C-B02A-46FDABDC97DF}" dt="2026-06-07T19:50:20.646" v="4513" actId="14100"/>
          <ac:picMkLst>
            <pc:docMk/>
            <pc:sldMk cId="76629081" sldId="269"/>
            <ac:picMk id="22" creationId="{036A6520-A5E4-D6E9-C216-BB2F19596E90}"/>
          </ac:picMkLst>
        </pc:picChg>
        <pc:picChg chg="add mod">
          <ac:chgData name="Sunil Kafley [suk0424]" userId="d7df2181-2db0-430b-b3bd-6796bcfeb2bb" providerId="ADAL" clId="{D0AFC632-AEA1-445C-B02A-46FDABDC97DF}" dt="2026-06-07T19:50:28.120" v="4516" actId="1076"/>
          <ac:picMkLst>
            <pc:docMk/>
            <pc:sldMk cId="76629081" sldId="269"/>
            <ac:picMk id="24" creationId="{3EF1100D-344E-BB3B-7BD4-BC7B9AC7C17D}"/>
          </ac:picMkLst>
        </pc:picChg>
        <pc:picChg chg="add mod">
          <ac:chgData name="Sunil Kafley [suk0424]" userId="d7df2181-2db0-430b-b3bd-6796bcfeb2bb" providerId="ADAL" clId="{D0AFC632-AEA1-445C-B02A-46FDABDC97DF}" dt="2026-06-07T19:55:41.234" v="4555" actId="1076"/>
          <ac:picMkLst>
            <pc:docMk/>
            <pc:sldMk cId="76629081" sldId="269"/>
            <ac:picMk id="26" creationId="{8B138EAA-E895-ED9D-09F9-44B7FB2701F6}"/>
          </ac:picMkLst>
        </pc:picChg>
      </pc:sldChg>
      <pc:sldChg chg="addSp delSp modSp add mod">
        <pc:chgData name="Sunil Kafley [suk0424]" userId="d7df2181-2db0-430b-b3bd-6796bcfeb2bb" providerId="ADAL" clId="{D0AFC632-AEA1-445C-B02A-46FDABDC97DF}" dt="2026-06-07T20:02:45.985" v="4810" actId="1076"/>
        <pc:sldMkLst>
          <pc:docMk/>
          <pc:sldMk cId="2011230711" sldId="270"/>
        </pc:sldMkLst>
        <pc:spChg chg="mod">
          <ac:chgData name="Sunil Kafley [suk0424]" userId="d7df2181-2db0-430b-b3bd-6796bcfeb2bb" providerId="ADAL" clId="{D0AFC632-AEA1-445C-B02A-46FDABDC97DF}" dt="2026-06-07T19:57:17.728" v="4634" actId="1076"/>
          <ac:spMkLst>
            <pc:docMk/>
            <pc:sldMk cId="2011230711" sldId="270"/>
            <ac:spMk id="2" creationId="{9A488533-D6F3-3BF1-73E0-5783EA454934}"/>
          </ac:spMkLst>
        </pc:spChg>
        <pc:spChg chg="add del mod">
          <ac:chgData name="Sunil Kafley [suk0424]" userId="d7df2181-2db0-430b-b3bd-6796bcfeb2bb" providerId="ADAL" clId="{D0AFC632-AEA1-445C-B02A-46FDABDC97DF}" dt="2026-06-07T20:02:26.231" v="4741" actId="1035"/>
          <ac:spMkLst>
            <pc:docMk/>
            <pc:sldMk cId="2011230711" sldId="270"/>
            <ac:spMk id="3" creationId="{F54DD055-8764-E62D-AF07-528C782E406C}"/>
          </ac:spMkLst>
        </pc:spChg>
        <pc:spChg chg="add mod">
          <ac:chgData name="Sunil Kafley [suk0424]" userId="d7df2181-2db0-430b-b3bd-6796bcfeb2bb" providerId="ADAL" clId="{D0AFC632-AEA1-445C-B02A-46FDABDC97DF}" dt="2026-06-07T20:02:45.985" v="4810" actId="1076"/>
          <ac:spMkLst>
            <pc:docMk/>
            <pc:sldMk cId="2011230711" sldId="270"/>
            <ac:spMk id="7" creationId="{9D5E15E6-B349-F99E-17E3-834A98815112}"/>
          </ac:spMkLst>
        </pc:spChg>
        <pc:spChg chg="add mod">
          <ac:chgData name="Sunil Kafley [suk0424]" userId="d7df2181-2db0-430b-b3bd-6796bcfeb2bb" providerId="ADAL" clId="{D0AFC632-AEA1-445C-B02A-46FDABDC97DF}" dt="2026-06-07T20:02:43.698" v="4809" actId="1076"/>
          <ac:spMkLst>
            <pc:docMk/>
            <pc:sldMk cId="2011230711" sldId="270"/>
            <ac:spMk id="17" creationId="{87276537-4394-EC07-001A-B29F232A67D8}"/>
          </ac:spMkLst>
        </pc:spChg>
        <pc:spChg chg="add mod">
          <ac:chgData name="Sunil Kafley [suk0424]" userId="d7df2181-2db0-430b-b3bd-6796bcfeb2bb" providerId="ADAL" clId="{D0AFC632-AEA1-445C-B02A-46FDABDC97DF}" dt="2026-06-07T20:02:42.008" v="4808" actId="1076"/>
          <ac:spMkLst>
            <pc:docMk/>
            <pc:sldMk cId="2011230711" sldId="270"/>
            <ac:spMk id="23" creationId="{E340C286-2CCF-A1E4-8603-0BC8F4544113}"/>
          </ac:spMkLst>
        </pc:spChg>
        <pc:picChg chg="add mod">
          <ac:chgData name="Sunil Kafley [suk0424]" userId="d7df2181-2db0-430b-b3bd-6796bcfeb2bb" providerId="ADAL" clId="{D0AFC632-AEA1-445C-B02A-46FDABDC97DF}" dt="2026-06-07T20:02:31.070" v="4756" actId="1036"/>
          <ac:picMkLst>
            <pc:docMk/>
            <pc:sldMk cId="2011230711" sldId="270"/>
            <ac:picMk id="5" creationId="{CC7D9C8C-1B03-C1CD-D9F2-1BB99E4DA6BF}"/>
          </ac:picMkLst>
        </pc:picChg>
        <pc:picChg chg="add mod">
          <ac:chgData name="Sunil Kafley [suk0424]" userId="d7df2181-2db0-430b-b3bd-6796bcfeb2bb" providerId="ADAL" clId="{D0AFC632-AEA1-445C-B02A-46FDABDC97DF}" dt="2026-06-07T20:02:36.685" v="4791" actId="1035"/>
          <ac:picMkLst>
            <pc:docMk/>
            <pc:sldMk cId="2011230711" sldId="270"/>
            <ac:picMk id="15" creationId="{D9F182D1-BB0C-E493-DB80-E5DA8AA09EE8}"/>
          </ac:picMkLst>
        </pc:picChg>
        <pc:picChg chg="add mod">
          <ac:chgData name="Sunil Kafley [suk0424]" userId="d7df2181-2db0-430b-b3bd-6796bcfeb2bb" providerId="ADAL" clId="{D0AFC632-AEA1-445C-B02A-46FDABDC97DF}" dt="2026-06-07T20:02:39.998" v="4807" actId="1036"/>
          <ac:picMkLst>
            <pc:docMk/>
            <pc:sldMk cId="2011230711" sldId="270"/>
            <ac:picMk id="21" creationId="{1A8F842D-9E6F-FD9E-31E3-E7C4630A7095}"/>
          </ac:picMkLst>
        </pc:picChg>
      </pc:sldChg>
    </pc:docChg>
  </pc:docChgLst>
  <pc:docChgLst>
    <pc:chgData name="Sunil Kafley [suk0424]" userId="d7df2181-2db0-430b-b3bd-6796bcfeb2bb" providerId="ADAL" clId="{CF4B9EEA-25C9-4708-BC1C-BCEA5E4C2FCC}"/>
    <pc:docChg chg="modSld">
      <pc:chgData name="Sunil Kafley [suk0424]" userId="d7df2181-2db0-430b-b3bd-6796bcfeb2bb" providerId="ADAL" clId="{CF4B9EEA-25C9-4708-BC1C-BCEA5E4C2FCC}" dt="2026-05-24T21:40:10.341" v="40" actId="20577"/>
      <pc:docMkLst>
        <pc:docMk/>
      </pc:docMkLst>
      <pc:sldChg chg="modSp mod">
        <pc:chgData name="Sunil Kafley [suk0424]" userId="d7df2181-2db0-430b-b3bd-6796bcfeb2bb" providerId="ADAL" clId="{CF4B9EEA-25C9-4708-BC1C-BCEA5E4C2FCC}" dt="2026-05-24T21:40:10.341" v="40" actId="20577"/>
        <pc:sldMkLst>
          <pc:docMk/>
          <pc:sldMk cId="3895238407" sldId="259"/>
        </pc:sldMkLst>
        <pc:spChg chg="mod">
          <ac:chgData name="Sunil Kafley [suk0424]" userId="d7df2181-2db0-430b-b3bd-6796bcfeb2bb" providerId="ADAL" clId="{CF4B9EEA-25C9-4708-BC1C-BCEA5E4C2FCC}" dt="2026-05-24T21:40:10.341" v="40" actId="20577"/>
          <ac:spMkLst>
            <pc:docMk/>
            <pc:sldMk cId="3895238407" sldId="259"/>
            <ac:spMk id="3" creationId="{B92A1BDD-604D-1214-C5AD-B3DF21ACE83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97B3BE-335C-4E03-9623-0392849383A4}" type="datetimeFigureOut">
              <a:rPr lang="en-NZ" smtClean="0"/>
              <a:t>11/06/2026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6A2CB-A553-4CBC-8DA4-D2A45FBFFD9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61715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46A2CB-A553-4CBC-8DA4-D2A45FBFFD95}" type="slidenum">
              <a:rPr lang="en-NZ" smtClean="0"/>
              <a:t>13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93651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F5B33-DF5E-49AA-8739-86439106C12A}" type="datetimeFigureOut">
              <a:rPr lang="en-NZ" smtClean="0"/>
              <a:t>11/06/2026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E7B5F-2D9E-40C2-BC69-D15E5F9F82F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92726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F5B33-DF5E-49AA-8739-86439106C12A}" type="datetimeFigureOut">
              <a:rPr lang="en-NZ" smtClean="0"/>
              <a:t>11/06/2026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E7B5F-2D9E-40C2-BC69-D15E5F9F82F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56240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F5B33-DF5E-49AA-8739-86439106C12A}" type="datetimeFigureOut">
              <a:rPr lang="en-NZ" smtClean="0"/>
              <a:t>11/06/2026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E7B5F-2D9E-40C2-BC69-D15E5F9F82F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01439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F5B33-DF5E-49AA-8739-86439106C12A}" type="datetimeFigureOut">
              <a:rPr lang="en-NZ" smtClean="0"/>
              <a:t>11/06/2026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E7B5F-2D9E-40C2-BC69-D15E5F9F82F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66756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F5B33-DF5E-49AA-8739-86439106C12A}" type="datetimeFigureOut">
              <a:rPr lang="en-NZ" smtClean="0"/>
              <a:t>11/06/2026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E7B5F-2D9E-40C2-BC69-D15E5F9F82F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64343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F5B33-DF5E-49AA-8739-86439106C12A}" type="datetimeFigureOut">
              <a:rPr lang="en-NZ" smtClean="0"/>
              <a:t>11/06/2026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E7B5F-2D9E-40C2-BC69-D15E5F9F82F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75859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F5B33-DF5E-49AA-8739-86439106C12A}" type="datetimeFigureOut">
              <a:rPr lang="en-NZ" smtClean="0"/>
              <a:t>11/06/2026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E7B5F-2D9E-40C2-BC69-D15E5F9F82F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77489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F5B33-DF5E-49AA-8739-86439106C12A}" type="datetimeFigureOut">
              <a:rPr lang="en-NZ" smtClean="0"/>
              <a:t>11/06/2026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E7B5F-2D9E-40C2-BC69-D15E5F9F82F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30260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F5B33-DF5E-49AA-8739-86439106C12A}" type="datetimeFigureOut">
              <a:rPr lang="en-NZ" smtClean="0"/>
              <a:t>11/06/2026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E7B5F-2D9E-40C2-BC69-D15E5F9F82F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8874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F5B33-DF5E-49AA-8739-86439106C12A}" type="datetimeFigureOut">
              <a:rPr lang="en-NZ" smtClean="0"/>
              <a:t>11/06/2026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E7B5F-2D9E-40C2-BC69-D15E5F9F82F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92660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F5B33-DF5E-49AA-8739-86439106C12A}" type="datetimeFigureOut">
              <a:rPr lang="en-NZ" smtClean="0"/>
              <a:t>11/06/2026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E7B5F-2D9E-40C2-BC69-D15E5F9F82F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75027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F5B33-DF5E-49AA-8739-86439106C12A}" type="datetimeFigureOut">
              <a:rPr lang="en-NZ" smtClean="0"/>
              <a:t>11/06/2026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E7B5F-2D9E-40C2-BC69-D15E5F9F82F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00210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sunilkafley.github.io/BCDE213-Interactive-Media-Development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F1BE3-CF3C-EBE7-970F-39EE789C1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007" y="889509"/>
            <a:ext cx="10555289" cy="140053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/>
              <a:t>BCDE 211 Best Programming Practices</a:t>
            </a:r>
            <a:br>
              <a:rPr lang="en-US" sz="4000" b="1" dirty="0"/>
            </a:br>
            <a:r>
              <a:rPr lang="en-US" sz="4000" b="1" dirty="0"/>
              <a:t>(Web &amp; Mobile Development)</a:t>
            </a:r>
            <a:br>
              <a:rPr lang="en-US" sz="4000" b="1" dirty="0"/>
            </a:br>
            <a:r>
              <a:rPr lang="en-US" sz="4000" b="1" dirty="0"/>
              <a:t>Assessment-3</a:t>
            </a:r>
            <a:br>
              <a:rPr lang="en-US" sz="6000" dirty="0"/>
            </a:br>
            <a:endParaRPr lang="en-NZ" sz="6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49628F-70E2-2116-2996-987B0034BC0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212383" y="5310309"/>
            <a:ext cx="8947150" cy="885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NZ" sz="2400" dirty="0"/>
              <a:t>Sunil Kafley</a:t>
            </a:r>
          </a:p>
          <a:p>
            <a:pPr marL="0" indent="0" algn="ctr">
              <a:buNone/>
            </a:pPr>
            <a:r>
              <a:rPr lang="en-NZ" sz="2400" dirty="0"/>
              <a:t>Ara Institute of Canterbury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4B1FE8-77BE-21A7-3C7B-D17D880BC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4409" y="1630385"/>
            <a:ext cx="3753358" cy="3753358"/>
          </a:xfrm>
          <a:prstGeom prst="rect">
            <a:avLst/>
          </a:prstGeom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D0043CF-A6E7-14B1-C274-19E8F1FD3FA0}"/>
              </a:ext>
            </a:extLst>
          </p:cNvPr>
          <p:cNvSpPr txBox="1">
            <a:spLocks/>
          </p:cNvSpPr>
          <p:nvPr/>
        </p:nvSpPr>
        <p:spPr>
          <a:xfrm>
            <a:off x="846111" y="2471604"/>
            <a:ext cx="8947150" cy="132856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NZ" sz="4000" dirty="0"/>
              <a:t>Portfolio Presentation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NZ" sz="4000" b="1" dirty="0"/>
              <a:t>Campus Event Planner</a:t>
            </a:r>
          </a:p>
        </p:txBody>
      </p:sp>
    </p:spTree>
    <p:extLst>
      <p:ext uri="{BB962C8B-B14F-4D97-AF65-F5344CB8AC3E}">
        <p14:creationId xmlns:p14="http://schemas.microsoft.com/office/powerpoint/2010/main" val="3083906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0E2BD-4A1A-F0D9-8F72-7152129AAC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414" y="834028"/>
            <a:ext cx="7831390" cy="1348381"/>
          </a:xfrm>
        </p:spPr>
        <p:txBody>
          <a:bodyPr/>
          <a:lstStyle/>
          <a:p>
            <a:r>
              <a:rPr lang="en-US" sz="2800" dirty="0"/>
              <a:t>Project Title: </a:t>
            </a:r>
            <a:br>
              <a:rPr lang="en-US" sz="2800" dirty="0"/>
            </a:br>
            <a:r>
              <a:rPr lang="en-US" dirty="0"/>
              <a:t>Fruit Finder</a:t>
            </a:r>
            <a:endParaRPr lang="en-N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CBB5B5-ADF7-919B-673C-9187D9E349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214" y="2742034"/>
            <a:ext cx="8825658" cy="861420"/>
          </a:xfrm>
        </p:spPr>
        <p:txBody>
          <a:bodyPr/>
          <a:lstStyle/>
          <a:p>
            <a:r>
              <a:rPr lang="en-US" dirty="0"/>
              <a:t>Responsive Interactive Web-enabled Map Application</a:t>
            </a:r>
            <a:endParaRPr lang="en-NZ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CA5915-3CE8-C710-8996-9AA419494983}"/>
              </a:ext>
            </a:extLst>
          </p:cNvPr>
          <p:cNvSpPr txBox="1"/>
          <p:nvPr/>
        </p:nvSpPr>
        <p:spPr>
          <a:xfrm>
            <a:off x="719214" y="41118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The community utility designed for ethical urban foraging in Christchurch City. 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908163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3B007-53A0-032D-24A2-1962103F0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46F8A-EB46-3E00-D049-9CA72B80B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735418"/>
            <a:ext cx="8946541" cy="419548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Interactive and Responsive map enabled web application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Helps users find fruit trees through intuitive map interface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Combines mapping, navigation, multimedia and responsive design.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Provide user-friendly experience and usability</a:t>
            </a:r>
          </a:p>
          <a:p>
            <a:endParaRPr lang="en-US" dirty="0"/>
          </a:p>
          <a:p>
            <a:r>
              <a:rPr lang="en-US" dirty="0"/>
              <a:t>Single Page Application</a:t>
            </a:r>
          </a:p>
          <a:p>
            <a:endParaRPr lang="en-US" dirty="0"/>
          </a:p>
          <a:p>
            <a:r>
              <a:rPr lang="en-US" dirty="0"/>
              <a:t>Utilize Design Thinking Approach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227312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2BBF2-2F86-EFD2-4127-898A82C77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211" y="147918"/>
            <a:ext cx="9404723" cy="1400530"/>
          </a:xfrm>
        </p:spPr>
        <p:txBody>
          <a:bodyPr/>
          <a:lstStyle/>
          <a:p>
            <a:r>
              <a:rPr lang="en-US" dirty="0"/>
              <a:t>Target Audience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AFC83-4570-3080-5EB8-A28B06534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211" y="1949450"/>
            <a:ext cx="8946541" cy="4195481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New Zealand citizens, Residents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Christchurch Community Members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Visitors and General Public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Local and International Explorers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D13475-4B4B-865B-A94C-F996324DC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1103" y="3429000"/>
            <a:ext cx="4800600" cy="33294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38D504-8FA3-2E07-136B-F9EFDEEFBC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400" y="-38576"/>
            <a:ext cx="5054600" cy="252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713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E88E9-66A2-8D15-EDD6-5D5A61B9D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Environment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A1BDD-604D-1214-C5AD-B3DF21ACE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523" y="1689100"/>
            <a:ext cx="9512300" cy="4927599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NZ" dirty="0"/>
              <a:t>HTML, CSS, JavaScript</a:t>
            </a:r>
          </a:p>
          <a:p>
            <a:pPr>
              <a:buFont typeface="Wingdings" panose="05000000000000000000" pitchFamily="2" charset="2"/>
              <a:buChar char="Ø"/>
            </a:pPr>
            <a:endParaRPr lang="en-NZ" dirty="0"/>
          </a:p>
          <a:p>
            <a:pPr>
              <a:buFont typeface="Wingdings" panose="05000000000000000000" pitchFamily="2" charset="2"/>
              <a:buChar char="Ø"/>
            </a:pPr>
            <a:r>
              <a:rPr lang="en-NZ" dirty="0"/>
              <a:t>Leaflet Mapping Library</a:t>
            </a:r>
          </a:p>
          <a:p>
            <a:pPr>
              <a:buFont typeface="Wingdings" panose="05000000000000000000" pitchFamily="2" charset="2"/>
              <a:buChar char="Ø"/>
            </a:pPr>
            <a:endParaRPr lang="en-NZ" dirty="0"/>
          </a:p>
          <a:p>
            <a:pPr>
              <a:buFont typeface="Wingdings" panose="05000000000000000000" pitchFamily="2" charset="2"/>
              <a:buChar char="Ø"/>
            </a:pPr>
            <a:r>
              <a:rPr lang="en-NZ" dirty="0"/>
              <a:t>Visual Studio Code </a:t>
            </a:r>
          </a:p>
          <a:p>
            <a:pPr>
              <a:buFont typeface="Wingdings" panose="05000000000000000000" pitchFamily="2" charset="2"/>
              <a:buChar char="Ø"/>
            </a:pPr>
            <a:endParaRPr lang="en-NZ" dirty="0"/>
          </a:p>
          <a:p>
            <a:pPr>
              <a:buFont typeface="Wingdings" panose="05000000000000000000" pitchFamily="2" charset="2"/>
              <a:buChar char="Ø"/>
            </a:pPr>
            <a:r>
              <a:rPr lang="en-NZ" dirty="0"/>
              <a:t>Iterative &amp; Incremental</a:t>
            </a:r>
          </a:p>
          <a:p>
            <a:pPr>
              <a:buFont typeface="Wingdings" panose="05000000000000000000" pitchFamily="2" charset="2"/>
              <a:buChar char="Ø"/>
            </a:pPr>
            <a:endParaRPr lang="en-NZ" dirty="0"/>
          </a:p>
          <a:p>
            <a:pPr>
              <a:buFont typeface="Wingdings" panose="05000000000000000000" pitchFamily="2" charset="2"/>
              <a:buChar char="Ø"/>
            </a:pPr>
            <a:r>
              <a:rPr lang="en-NZ" dirty="0"/>
              <a:t>GitHub Version Control</a:t>
            </a:r>
          </a:p>
          <a:p>
            <a:pPr>
              <a:buFont typeface="Wingdings" panose="05000000000000000000" pitchFamily="2" charset="2"/>
              <a:buChar char="Ø"/>
            </a:pPr>
            <a:endParaRPr lang="en-NZ" dirty="0"/>
          </a:p>
          <a:p>
            <a:pPr>
              <a:buFont typeface="Wingdings" panose="05000000000000000000" pitchFamily="2" charset="2"/>
              <a:buChar char="Ø"/>
            </a:pPr>
            <a:r>
              <a:rPr lang="en-NZ" dirty="0"/>
              <a:t>Deployed to GitHub Pages</a:t>
            </a:r>
          </a:p>
          <a:p>
            <a:pPr>
              <a:buFont typeface="Wingdings" panose="05000000000000000000" pitchFamily="2" charset="2"/>
              <a:buChar char="Ø"/>
            </a:pPr>
            <a:endParaRPr lang="en-NZ" dirty="0"/>
          </a:p>
          <a:p>
            <a:pPr>
              <a:buFont typeface="Wingdings" panose="05000000000000000000" pitchFamily="2" charset="2"/>
              <a:buChar char="Ø"/>
            </a:pPr>
            <a:r>
              <a:rPr lang="en-NZ" dirty="0"/>
              <a:t>FIGMA (Low-Fidelity, Medium-Fidelity and High Fidelity Prototypes)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E3FC78-F2D5-9B14-6C0A-9ADA3A40D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379" y="2284936"/>
            <a:ext cx="2067414" cy="9068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A77F39-CE6B-2975-4175-45D37E3B5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431" y="4408277"/>
            <a:ext cx="523948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238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EED80-A1B1-A75D-660E-D28CBE79E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A1675-9008-5151-2D8F-B9EC1EC41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870" y="224118"/>
            <a:ext cx="9404723" cy="1400530"/>
          </a:xfrm>
        </p:spPr>
        <p:txBody>
          <a:bodyPr/>
          <a:lstStyle/>
          <a:p>
            <a:r>
              <a:rPr lang="en-US" dirty="0"/>
              <a:t>LOW-FIDELITY PROTOTYPE</a:t>
            </a:r>
            <a:endParaRPr lang="en-NZ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E6A94C8-617E-F13F-C2C4-AE1C381050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8870" y="1405890"/>
            <a:ext cx="2393943" cy="3937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C69876-67AC-74D8-F078-DB01E818086E}"/>
              </a:ext>
            </a:extLst>
          </p:cNvPr>
          <p:cNvSpPr txBox="1"/>
          <p:nvPr/>
        </p:nvSpPr>
        <p:spPr>
          <a:xfrm>
            <a:off x="659011" y="5638965"/>
            <a:ext cx="3663183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  <a:buNone/>
            </a:pPr>
            <a:r>
              <a:rPr lang="en-NZ" sz="1800" i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Wireframe Low-Fidelity-Mobile </a:t>
            </a:r>
          </a:p>
          <a:p>
            <a:pPr algn="just">
              <a:spcAft>
                <a:spcPts val="1000"/>
              </a:spcAft>
              <a:buNone/>
            </a:pPr>
            <a:r>
              <a:rPr lang="en-NZ" sz="1800" i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Created on Balsamiq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D71C25-5736-5135-09A8-A59CCC43D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470" y="1321435"/>
            <a:ext cx="5941060" cy="41059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419957-EB45-834B-9B1A-3E64CA38D390}"/>
              </a:ext>
            </a:extLst>
          </p:cNvPr>
          <p:cNvSpPr txBox="1"/>
          <p:nvPr/>
        </p:nvSpPr>
        <p:spPr>
          <a:xfrm>
            <a:off x="6604000" y="5536565"/>
            <a:ext cx="6096000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  <a:buNone/>
            </a:pPr>
            <a:r>
              <a:rPr lang="en-NZ" sz="1800" i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Wireframe Low-Fidelity- Laptop </a:t>
            </a:r>
          </a:p>
          <a:p>
            <a:pPr algn="just">
              <a:spcAft>
                <a:spcPts val="1000"/>
              </a:spcAft>
              <a:buNone/>
            </a:pPr>
            <a:r>
              <a:rPr lang="en-NZ" sz="1800" i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Created on Balsamiq</a:t>
            </a:r>
          </a:p>
        </p:txBody>
      </p:sp>
    </p:spTree>
    <p:extLst>
      <p:ext uri="{BB962C8B-B14F-4D97-AF65-F5344CB8AC3E}">
        <p14:creationId xmlns:p14="http://schemas.microsoft.com/office/powerpoint/2010/main" val="952812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46F5D-877D-1049-8D60-6378CAC9A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40656-AA0B-EFAD-72FB-B6F2C37BE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870" y="224118"/>
            <a:ext cx="9404723" cy="1400530"/>
          </a:xfrm>
        </p:spPr>
        <p:txBody>
          <a:bodyPr/>
          <a:lstStyle/>
          <a:p>
            <a:r>
              <a:rPr lang="en-US" dirty="0"/>
              <a:t>MEDIUM-FIDELITY PROTOTYPE</a:t>
            </a:r>
            <a:endParaRPr lang="en-NZ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D820A5-DF35-A1C8-FCF5-9C81CA98FEF2}"/>
              </a:ext>
            </a:extLst>
          </p:cNvPr>
          <p:cNvSpPr txBox="1"/>
          <p:nvPr/>
        </p:nvSpPr>
        <p:spPr>
          <a:xfrm>
            <a:off x="811411" y="5638800"/>
            <a:ext cx="3663183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  <a:buNone/>
            </a:pPr>
            <a:r>
              <a:rPr lang="en-NZ" sz="1800" i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Medium-Fidelity-Mobile </a:t>
            </a:r>
          </a:p>
          <a:p>
            <a:pPr algn="just">
              <a:spcAft>
                <a:spcPts val="1000"/>
              </a:spcAft>
              <a:buNone/>
            </a:pPr>
            <a:r>
              <a:rPr lang="en-NZ" sz="1800" i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Created on FIGMA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C3EE6A-AF0C-3B77-E441-A08E2B1E927A}"/>
              </a:ext>
            </a:extLst>
          </p:cNvPr>
          <p:cNvSpPr txBox="1"/>
          <p:nvPr/>
        </p:nvSpPr>
        <p:spPr>
          <a:xfrm>
            <a:off x="7035800" y="5482922"/>
            <a:ext cx="6096000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  <a:buNone/>
            </a:pPr>
            <a:r>
              <a:rPr lang="en-NZ" sz="1800" i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Medium- Fidelity Laptop </a:t>
            </a:r>
          </a:p>
          <a:p>
            <a:pPr algn="just">
              <a:spcAft>
                <a:spcPts val="1000"/>
              </a:spcAft>
              <a:buNone/>
            </a:pPr>
            <a:r>
              <a:rPr lang="en-NZ" sz="1800" i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Created on FIGMA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CB4708-B3F9-B55B-AAF6-C73272DA2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70" y="1219200"/>
            <a:ext cx="2068236" cy="4013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2598F87-8205-8D7B-3778-554091362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143" y="1219200"/>
            <a:ext cx="5223183" cy="40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915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B25C5-1474-AC83-968A-592F76C26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201" y="338418"/>
            <a:ext cx="9404723" cy="1400530"/>
          </a:xfrm>
        </p:spPr>
        <p:txBody>
          <a:bodyPr/>
          <a:lstStyle/>
          <a:p>
            <a:r>
              <a:rPr lang="en-US" dirty="0"/>
              <a:t>Constraints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2A49D-23FC-DE5F-D8B7-D17E798AC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548448"/>
            <a:ext cx="9589599" cy="4856834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600" dirty="0"/>
              <a:t>Responsive Design Requirements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6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600" dirty="0"/>
              <a:t>Time, Cost and Quality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6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600" dirty="0"/>
              <a:t>Mobile Screen Space Limitations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6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600" dirty="0"/>
              <a:t>Performance and usability considerations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6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600" dirty="0"/>
              <a:t>Lack of Premium Features in Free Software Products</a:t>
            </a:r>
          </a:p>
          <a:p>
            <a:pPr marL="0" indent="0">
              <a:buNone/>
            </a:pPr>
            <a:r>
              <a:rPr lang="en-US" sz="2600" dirty="0"/>
              <a:t>     (FIGMA, OSRM Demo Server )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6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600" dirty="0"/>
              <a:t>Features Enhancement (Travel Modes)</a:t>
            </a:r>
          </a:p>
          <a:p>
            <a:pPr marL="0" indent="0">
              <a:buNone/>
            </a:pPr>
            <a:r>
              <a:rPr lang="en-US" sz="2600" dirty="0"/>
              <a:t>	Difficult to integrate Public Vehicle Route</a:t>
            </a:r>
          </a:p>
          <a:p>
            <a:pPr marL="0" indent="0">
              <a:buNone/>
            </a:pPr>
            <a:endParaRPr lang="en-US" sz="2600" dirty="0"/>
          </a:p>
          <a:p>
            <a:endParaRPr lang="en-US" dirty="0"/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657581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BD5B1-A9C0-9617-1953-C92E40D68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66D1F-01A8-58B4-D376-D080B616F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895" y="1517175"/>
            <a:ext cx="9173553" cy="477519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Interactive Map Application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Responsive Layout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Fruit Clusters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Location Markers and Pop Ups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Route and Navigation Tools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Onboarding Experience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Privacy and Disclaimer Page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How to Use Fruit Finder Map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Inclusivity, Accessibility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4F5FA6-BCE6-1D41-D23E-733664B40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548" y="1073626"/>
            <a:ext cx="5716682" cy="477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853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B93BD-2E32-F780-EA9E-F247C4988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B64D7-F0F9-0FD2-EB5A-ED1C6A149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 Elements- TEXT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96CD0-2E63-CF87-0E87-AF37DA83E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895" y="1630083"/>
            <a:ext cx="9173553" cy="4775199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Inspired by Christchurch’s Garden City Identity</a:t>
            </a:r>
          </a:p>
          <a:p>
            <a:pPr marL="0" indent="0">
              <a:buNone/>
            </a:pPr>
            <a:r>
              <a:rPr lang="en-US" sz="2800" dirty="0"/>
              <a:t>    Nature-focused green color palette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8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Typography</a:t>
            </a:r>
          </a:p>
          <a:p>
            <a:pPr marL="0" indent="0">
              <a:buNone/>
            </a:pPr>
            <a:r>
              <a:rPr lang="en-US" sz="2800" dirty="0"/>
              <a:t>    Primary font: Source Sans 3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8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Colors</a:t>
            </a:r>
          </a:p>
          <a:p>
            <a:pPr marL="0" indent="0">
              <a:buNone/>
            </a:pPr>
            <a:r>
              <a:rPr lang="en-US" sz="2800" dirty="0"/>
              <a:t>   High Contrast color combinations, Tokenized Design System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8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Font Size </a:t>
            </a:r>
          </a:p>
          <a:p>
            <a:pPr marL="0" indent="0">
              <a:buNone/>
            </a:pPr>
            <a:r>
              <a:rPr lang="en-US" sz="2800" dirty="0"/>
              <a:t>    H1 Headings, CSS Rem Units for Accessibility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7259FB-ACF5-8A52-C4D9-3D3AEAA32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5044" y="774700"/>
            <a:ext cx="4530808" cy="324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15214-27E1-DB5F-2E24-2A6A7F6D1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C77D1-47B6-2F28-645F-7A251B52A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 Elements- </a:t>
            </a:r>
            <a:r>
              <a:rPr lang="en-US" sz="2400" dirty="0"/>
              <a:t>Graphics, Images, Animation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5FB12-83CA-CD38-23A2-595412CB6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895" y="1630083"/>
            <a:ext cx="9173553" cy="4775199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Fruit Icons &amp; Map Markers - .</a:t>
            </a:r>
            <a:r>
              <a:rPr lang="en-US" sz="2800" dirty="0" err="1"/>
              <a:t>WebP</a:t>
            </a:r>
            <a:r>
              <a:rPr lang="en-US" sz="2800" dirty="0"/>
              <a:t> Image Format</a:t>
            </a:r>
          </a:p>
          <a:p>
            <a:pPr marL="0" indent="0">
              <a:buNone/>
            </a:pPr>
            <a:r>
              <a:rPr lang="en-US" sz="2800" dirty="0"/>
              <a:t>    Scalable without losing quality and faster loading</a:t>
            </a:r>
          </a:p>
          <a:p>
            <a:pPr marL="0" indent="0">
              <a:buNone/>
            </a:pPr>
            <a:r>
              <a:rPr lang="en-US" sz="2800" dirty="0"/>
              <a:t>	Small File Size for mobile users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Pop Up Cards , Map Controls</a:t>
            </a:r>
          </a:p>
          <a:p>
            <a:pPr marL="0" indent="0">
              <a:buNone/>
            </a:pPr>
            <a:endParaRPr lang="en-US" sz="2800" dirty="0"/>
          </a:p>
          <a:p>
            <a:pPr>
              <a:buFont typeface="Wingdings" panose="05000000000000000000" pitchFamily="2" charset="2"/>
              <a:buChar char="v"/>
            </a:pPr>
            <a:endParaRPr lang="en-US" sz="28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Animations</a:t>
            </a:r>
          </a:p>
          <a:p>
            <a:pPr marL="0" indent="0">
              <a:buNone/>
            </a:pPr>
            <a:r>
              <a:rPr lang="en-US" sz="2800" dirty="0"/>
              <a:t>    Smooth map interactions and transitions</a:t>
            </a:r>
          </a:p>
          <a:p>
            <a:pPr marL="0" indent="0">
              <a:buNone/>
            </a:pPr>
            <a:r>
              <a:rPr lang="en-US" sz="2800" dirty="0"/>
              <a:t>    Animated Pulse User location marker</a:t>
            </a:r>
          </a:p>
          <a:p>
            <a:pPr marL="0" indent="0">
              <a:buNone/>
            </a:pPr>
            <a:r>
              <a:rPr lang="en-US" sz="2800" dirty="0"/>
              <a:t>    Expandable bottom sheet interactions</a:t>
            </a:r>
          </a:p>
          <a:p>
            <a:pPr marL="0" indent="0">
              <a:buNone/>
            </a:pPr>
            <a:r>
              <a:rPr lang="en-US" sz="2800" dirty="0"/>
              <a:t>Hover and button effects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47CDCE-FBFA-CC50-5F9D-F650741C81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97" y="1553355"/>
            <a:ext cx="914608" cy="9146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90EBBD-0C92-BF7C-E25C-6A5198C0B3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4236" y="1630083"/>
            <a:ext cx="914608" cy="9146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BB2512-27C9-B3BA-8400-70828FAD23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4236" y="2905859"/>
            <a:ext cx="914608" cy="9146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8AADA0B-17F6-FDF7-C6DD-84F541D33F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97" y="2978047"/>
            <a:ext cx="914608" cy="90190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9C46C26-354C-826D-6CA0-562B822C1B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418" y="5096244"/>
            <a:ext cx="1041637" cy="104163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E74FD9D-4E50-ECDA-71EE-D3DBC3868D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781" y="5091113"/>
            <a:ext cx="1041637" cy="104163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36A6520-A5E4-D6E9-C216-BB2F19596E9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213" y="5134344"/>
            <a:ext cx="806633" cy="80663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EF1100D-344E-BB3B-7BD4-BC7B9AC7C17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8004" y="5096244"/>
            <a:ext cx="1041637" cy="104163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B138EAA-E895-ED9D-09F9-44B7FB2701F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404" y="2800539"/>
            <a:ext cx="1681469" cy="170189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6B4DE83-47D3-7BC4-1EEB-2162F33934CA}"/>
              </a:ext>
            </a:extLst>
          </p:cNvPr>
          <p:cNvSpPr txBox="1"/>
          <p:nvPr/>
        </p:nvSpPr>
        <p:spPr>
          <a:xfrm>
            <a:off x="9791700" y="61873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Fruit Icons </a:t>
            </a:r>
            <a:endParaRPr lang="en-NZ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97968B-B9A1-63C1-CCEB-3FF104CAFBBD}"/>
              </a:ext>
            </a:extLst>
          </p:cNvPr>
          <p:cNvSpPr txBox="1"/>
          <p:nvPr/>
        </p:nvSpPr>
        <p:spPr>
          <a:xfrm>
            <a:off x="9843662" y="3996969"/>
            <a:ext cx="7943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Map Controls</a:t>
            </a:r>
            <a:endParaRPr lang="en-NZ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DF80AA-4C0B-54CB-6145-8438DBFDC4A5}"/>
              </a:ext>
            </a:extLst>
          </p:cNvPr>
          <p:cNvSpPr txBox="1"/>
          <p:nvPr/>
        </p:nvSpPr>
        <p:spPr>
          <a:xfrm>
            <a:off x="6735404" y="4598593"/>
            <a:ext cx="4679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Pop Up Card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76629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3D190-B64F-301E-EB9D-3FA95CE9A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88533-D6F3-3BF1-73E0-5783EA454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7277" y="229553"/>
            <a:ext cx="9404723" cy="1400530"/>
          </a:xfrm>
        </p:spPr>
        <p:txBody>
          <a:bodyPr/>
          <a:lstStyle/>
          <a:p>
            <a:r>
              <a:rPr lang="en-US" dirty="0"/>
              <a:t>Responsive Layout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DD055-8764-E62D-AF07-528C782E4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895" y="2152597"/>
            <a:ext cx="9173553" cy="47751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7D9C8C-1B03-C1CD-D9F2-1BB99E4DA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09" y="1147528"/>
            <a:ext cx="2303637" cy="45184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5E15E6-B349-F99E-17E3-834A98815112}"/>
              </a:ext>
            </a:extLst>
          </p:cNvPr>
          <p:cNvSpPr txBox="1"/>
          <p:nvPr/>
        </p:nvSpPr>
        <p:spPr>
          <a:xfrm>
            <a:off x="309209" y="5865358"/>
            <a:ext cx="26371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Fruit Finder on </a:t>
            </a:r>
          </a:p>
          <a:p>
            <a:pPr marL="0" indent="0">
              <a:buNone/>
            </a:pPr>
            <a:r>
              <a:rPr lang="en-US" sz="1800" dirty="0"/>
              <a:t>iPhone 13 Pro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9F182D1-BB0C-E493-DB80-E5DA8AA09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610" y="1169997"/>
            <a:ext cx="2689361" cy="434314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7276537-4394-EC07-001A-B29F232A67D8}"/>
              </a:ext>
            </a:extLst>
          </p:cNvPr>
          <p:cNvSpPr txBox="1"/>
          <p:nvPr/>
        </p:nvSpPr>
        <p:spPr>
          <a:xfrm>
            <a:off x="4490061" y="5712490"/>
            <a:ext cx="20029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Fruit Finder on </a:t>
            </a:r>
          </a:p>
          <a:p>
            <a:pPr marL="0" indent="0">
              <a:buNone/>
            </a:pPr>
            <a:r>
              <a:rPr lang="en-US" sz="1800" dirty="0"/>
              <a:t>Tablet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A8F842D-9E6F-FD9E-31E3-E7C4630A7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816" y="1265515"/>
            <a:ext cx="4985869" cy="420914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340C286-2CCF-A1E4-8603-0BC8F4544113}"/>
              </a:ext>
            </a:extLst>
          </p:cNvPr>
          <p:cNvSpPr txBox="1"/>
          <p:nvPr/>
        </p:nvSpPr>
        <p:spPr>
          <a:xfrm>
            <a:off x="8775595" y="5833396"/>
            <a:ext cx="20029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Fruit Finder on </a:t>
            </a:r>
          </a:p>
          <a:p>
            <a:pPr marL="0" indent="0">
              <a:buNone/>
            </a:pPr>
            <a:r>
              <a:rPr lang="en-US" sz="1800" dirty="0"/>
              <a:t>Laptop/Desktop</a:t>
            </a:r>
          </a:p>
        </p:txBody>
      </p:sp>
    </p:spTree>
    <p:extLst>
      <p:ext uri="{BB962C8B-B14F-4D97-AF65-F5344CB8AC3E}">
        <p14:creationId xmlns:p14="http://schemas.microsoft.com/office/powerpoint/2010/main" val="2011230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16A2C-E38A-BB8E-7F69-B18502136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70587-6A4B-AFFF-BBD0-A6EA16568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These Design Choices ?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78B03-206D-D206-F61D-E8CA46A95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694963"/>
            <a:ext cx="6199188" cy="45719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Easy to use for all kinds of users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Clear Navigation and Accessibility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Mobile-first Approach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Consistent Visual Design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Improved User Engagement</a:t>
            </a:r>
          </a:p>
          <a:p>
            <a:endParaRPr lang="en-US" dirty="0"/>
          </a:p>
          <a:p>
            <a:r>
              <a:rPr lang="en-US" dirty="0"/>
              <a:t>Resources Consumption (Mobile Data)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5A5F2E-038A-DFF7-A99B-279F681CA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270" y="1694963"/>
            <a:ext cx="4282330" cy="444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954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92A24-CC2D-1251-AA8A-6D6CDDF93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1211" y="490818"/>
            <a:ext cx="9404723" cy="1400530"/>
          </a:xfrm>
        </p:spPr>
        <p:txBody>
          <a:bodyPr/>
          <a:lstStyle/>
          <a:p>
            <a:r>
              <a:rPr lang="en-US" dirty="0"/>
              <a:t>Live Demo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2FA8F-1779-E6E1-66C0-F3D32DC2F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729" y="2836209"/>
            <a:ext cx="8946541" cy="1185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Z" sz="3600" dirty="0">
                <a:hlinkClick r:id="rId2"/>
              </a:rPr>
              <a:t>https://sunilkafley.github.io/BCDE213-Interactive-Media-Development/</a:t>
            </a:r>
            <a:endParaRPr lang="en-NZ" sz="3600" dirty="0"/>
          </a:p>
        </p:txBody>
      </p:sp>
    </p:spTree>
    <p:extLst>
      <p:ext uri="{BB962C8B-B14F-4D97-AF65-F5344CB8AC3E}">
        <p14:creationId xmlns:p14="http://schemas.microsoft.com/office/powerpoint/2010/main" val="875675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B76A6-CD4A-306D-DD71-ED16F6860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807CA-45F0-05B3-4992-9AA8B2E0C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7277" y="1113118"/>
            <a:ext cx="9404723" cy="1400530"/>
          </a:xfrm>
        </p:spPr>
        <p:txBody>
          <a:bodyPr/>
          <a:lstStyle/>
          <a:p>
            <a:r>
              <a:rPr lang="en-US" dirty="0"/>
              <a:t>Questions &amp; Feedback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63771-7738-F669-973A-7F198A890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7612" y="3081619"/>
            <a:ext cx="8946541" cy="1185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T</a:t>
            </a:r>
            <a:r>
              <a:rPr lang="en-NZ" sz="5400" dirty="0"/>
              <a:t>hank You</a:t>
            </a:r>
          </a:p>
        </p:txBody>
      </p:sp>
    </p:spTree>
    <p:extLst>
      <p:ext uri="{BB962C8B-B14F-4D97-AF65-F5344CB8AC3E}">
        <p14:creationId xmlns:p14="http://schemas.microsoft.com/office/powerpoint/2010/main" val="2283088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17281</TotalTime>
  <Words>421</Words>
  <Application>Microsoft Office PowerPoint</Application>
  <PresentationFormat>Widescreen</PresentationFormat>
  <Paragraphs>132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Wingdings</vt:lpstr>
      <vt:lpstr>Office 2013 - 2022 Theme</vt:lpstr>
      <vt:lpstr>BCDE 211 Best Programming Practices (Web &amp; Mobile Development) Assessment-3 </vt:lpstr>
      <vt:lpstr>Project Title:  Fruit Finder</vt:lpstr>
      <vt:lpstr>Project Goal</vt:lpstr>
      <vt:lpstr>Target Audience</vt:lpstr>
      <vt:lpstr>Development Environment</vt:lpstr>
      <vt:lpstr>LOW-FIDELITY PROTOTYPE</vt:lpstr>
      <vt:lpstr>MEDIUM-FIDELITY PROTOTYPE</vt:lpstr>
      <vt:lpstr>Constraints</vt:lpstr>
      <vt:lpstr>Features </vt:lpstr>
      <vt:lpstr>Media Elements- TEXT</vt:lpstr>
      <vt:lpstr>Media Elements- Graphics, Images, Animation</vt:lpstr>
      <vt:lpstr>Responsive Layout</vt:lpstr>
      <vt:lpstr>Why These Design Choices ?</vt:lpstr>
      <vt:lpstr>Live Demo</vt:lpstr>
      <vt:lpstr>Questions &amp;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Sunil Kafley [suk0424]</dc:creator>
  <cp:lastModifiedBy>Sunil Kafley [suk0424]</cp:lastModifiedBy>
  <cp:revision>1</cp:revision>
  <dcterms:created xsi:type="dcterms:W3CDTF">2026-05-24T20:24:20Z</dcterms:created>
  <dcterms:modified xsi:type="dcterms:W3CDTF">2026-06-11T10:50:58Z</dcterms:modified>
</cp:coreProperties>
</file>